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1. Refers to the previous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2. Refers to the previous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3. Refers to the previous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